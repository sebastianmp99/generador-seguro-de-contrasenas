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817210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992586499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842939566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262152922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535169055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83861645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872625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3190557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2082166881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E247E-EFBE-5A47-FAAB-405E7E6F06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83B96-3E5C-0377-DFF8-5E61E1B737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EF693-6EDD-9CF5-7F25-08125D37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6A536-09F1-A418-9E61-A9A5F4DFC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E78567-5B36-F73A-4B1E-E2134ABF49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33DBD-0065-79AF-5700-5232A017D1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781298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796172100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79958812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72035863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4979415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3996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97991629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2923630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06733056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58510819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486195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996088541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757847566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91216956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49655281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3511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416635949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88940742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260437468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0513930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78609301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925713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32233050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472315510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18933968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232017621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76289924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88310727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95518779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48267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478479882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629654537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78904514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749697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543582831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490017412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44132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707439971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005681365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639539942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138690285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39637514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77010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969174578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1646324487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649908109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528843389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223767492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05786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452283961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115924171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46747152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90622143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167369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41865665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6756502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40647615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9719193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973518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375375222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105008851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54759606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41539332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13871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27499" y="295274"/>
            <a:ext cx="3621124" cy="2466974"/>
          </a:xfrm>
          <a:prstGeom prst="rect">
            <a:avLst/>
          </a:prstGeom>
        </p:spPr>
      </p:pic>
      <p:sp>
        <p:nvSpPr>
          <p:cNvPr id="379226077" name="Título 1"/>
          <p:cNvSpPr>
            <a:spLocks noGrp="1"/>
          </p:cNvSpPr>
          <p:nvPr>
            <p:ph type="ctrTitle"/>
          </p:nvPr>
        </p:nvSpPr>
        <p:spPr bwMode="auto">
          <a:xfrm flipH="0" flipV="0">
            <a:off x="1285062" y="2524124"/>
            <a:ext cx="9621874" cy="403224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ROYECTO INTEGRADOR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impacto de las nuevas tecnologías en la sociedad: desarrollo y proyección de soluciones informáticas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Generador Seguro de Contraseñas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Sebastián </a:t>
            </a:r>
            <a:r>
              <a:rPr lang="es-EC" sz="2600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Martinez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Lógicas de Programación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Docente:</a:t>
            </a:r>
            <a:r>
              <a:rPr lang="es-EC" sz="2800" u="sng"/>
              <a:t>Lilian Marlene Aman Ramos</a:t>
            </a:r>
            <a:endParaRPr/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Julio 2026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903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43179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sz="2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Descripción del problema</a:t>
            </a:r>
            <a:endParaRPr sz="2200">
              <a:latin typeface="Arial"/>
              <a:cs typeface="Arial"/>
            </a:endParaRPr>
          </a:p>
          <a:p>
            <a:pPr algn="ctr">
              <a:defRPr/>
            </a:pPr>
            <a:r>
              <a:rPr sz="2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Problema</a:t>
            </a:r>
            <a:br>
              <a:rPr sz="2200">
                <a:latin typeface="Arial"/>
                <a:ea typeface="Arial"/>
                <a:cs typeface="Arial"/>
              </a:rPr>
            </a:br>
            <a:endParaRPr sz="2200">
              <a:latin typeface="Arial"/>
              <a:cs typeface="Arial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Muchas personas utilizan contraseñas débiles o fáciles de adivinar.</a:t>
            </a:r>
            <a:endParaRPr sz="2200">
              <a:latin typeface="Arial"/>
              <a:cs typeface="Arial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Esto incrementa el riesgo de pérdida de información y acceso no autorizado.</a:t>
            </a:r>
            <a:endParaRPr sz="2200">
              <a:latin typeface="Arial"/>
              <a:cs typeface="Arial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 requiere una herramienta que permita generar contraseñas más seguras de forma sencilla.</a:t>
            </a:r>
            <a:endParaRPr sz="2200">
              <a:latin typeface="Arial"/>
              <a:cs typeface="Arial"/>
            </a:endParaRPr>
          </a:p>
          <a:p>
            <a:pPr algn="ctr">
              <a:defRPr/>
            </a:pPr>
            <a:r>
              <a:rPr sz="2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Solución propuesta</a:t>
            </a:r>
            <a:br>
              <a:rPr sz="2200">
                <a:latin typeface="Arial"/>
                <a:ea typeface="Arial"/>
                <a:cs typeface="Arial"/>
              </a:rPr>
            </a:br>
            <a:endParaRPr sz="2200">
              <a:latin typeface="Arial"/>
              <a:cs typeface="Arial"/>
            </a:endParaRPr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Desarrollar un generador de contraseñas utilizando Python que permita combinar letras, números y símbolos para mejorar la seguridad de las claves.</a:t>
            </a:r>
            <a:endParaRPr sz="22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405957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66874" y="4000499"/>
            <a:ext cx="4063999" cy="2635249"/>
          </a:xfrm>
          <a:prstGeom prst="rect">
            <a:avLst/>
          </a:prstGeom>
        </p:spPr>
      </p:pic>
      <p:pic>
        <p:nvPicPr>
          <p:cNvPr id="6388875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807074" y="4000499"/>
            <a:ext cx="4483245" cy="277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491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54609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sz="3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 del proyecto</a:t>
            </a:r>
            <a:br>
              <a:rPr sz="800">
                <a:latin typeface="Arial"/>
                <a:ea typeface="Arial"/>
                <a:cs typeface="Arial"/>
              </a:rPr>
            </a:br>
            <a:br>
              <a:rPr sz="800">
                <a:latin typeface="Arial"/>
                <a:ea typeface="Arial"/>
                <a:cs typeface="Arial"/>
              </a:rPr>
            </a:br>
            <a:br>
              <a:rPr sz="800">
                <a:latin typeface="Arial"/>
                <a:ea typeface="Arial"/>
                <a:cs typeface="Arial"/>
              </a:rPr>
            </a:br>
            <a:endParaRPr sz="800">
              <a:latin typeface="Arial"/>
              <a:cs typeface="Arial"/>
            </a:endParaRPr>
          </a:p>
          <a:p>
            <a:pPr algn="l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 general</a:t>
            </a:r>
            <a:br>
              <a:rPr sz="800">
                <a:latin typeface="Arial"/>
                <a:ea typeface="Arial"/>
                <a:cs typeface="Arial"/>
              </a:rPr>
            </a:br>
            <a:br>
              <a:rPr sz="800">
                <a:latin typeface="Arial"/>
                <a:ea typeface="Arial"/>
                <a:cs typeface="Arial"/>
              </a:rPr>
            </a:br>
            <a:endParaRPr sz="800">
              <a:latin typeface="Arial"/>
              <a:cs typeface="Arial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Desarrollar un generador seguro de contraseñas utilizando Python para aplicar los conocimientos adquiridos durante la asignatura.</a:t>
            </a:r>
            <a:br>
              <a:rPr sz="800">
                <a:latin typeface="Arial"/>
                <a:ea typeface="Arial"/>
                <a:cs typeface="Arial"/>
              </a:rPr>
            </a:br>
            <a:br>
              <a:rPr sz="800">
                <a:latin typeface="Arial"/>
                <a:ea typeface="Arial"/>
                <a:cs typeface="Arial"/>
              </a:rPr>
            </a:br>
            <a:br>
              <a:rPr sz="800">
                <a:latin typeface="Arial"/>
                <a:ea typeface="Arial"/>
                <a:cs typeface="Arial"/>
              </a:rPr>
            </a:br>
            <a:endParaRPr sz="800">
              <a:latin typeface="Arial"/>
              <a:cs typeface="Arial"/>
            </a:endParaRPr>
          </a:p>
          <a:p>
            <a:pPr algn="l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 específicos</a:t>
            </a:r>
            <a:br>
              <a:rPr sz="800">
                <a:latin typeface="Arial"/>
                <a:ea typeface="Arial"/>
                <a:cs typeface="Arial"/>
              </a:rPr>
            </a:br>
            <a:br>
              <a:rPr sz="800">
                <a:latin typeface="Arial"/>
                <a:ea typeface="Arial"/>
                <a:cs typeface="Arial"/>
              </a:rPr>
            </a:br>
            <a:endParaRPr sz="800"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Aplicar estructuras de programación.</a:t>
            </a:r>
            <a:endParaRPr sz="11000"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Utilizar listas y tuplas.</a:t>
            </a:r>
            <a:endParaRPr sz="11000"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Elaborar los diagramas del sistema.</a:t>
            </a:r>
            <a:endParaRPr sz="11000"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Utilizar GitHub para el control de versiones.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0550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3714750"/>
          </a:xfrm>
        </p:spPr>
        <p:txBody>
          <a:bodyPr/>
          <a:lstStyle/>
          <a:p>
            <a:pPr algn="ctr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Diseño del sistema</a:t>
            </a:r>
            <a:br>
              <a:rPr lang="es-EC" sz="2600">
                <a:latin typeface="Arial"/>
                <a:ea typeface="Arial"/>
                <a:cs typeface="Arial"/>
              </a:rPr>
            </a:b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Durante el desarrollo del proyecto se elaboraron los siguientes diagramas:</a:t>
            </a:r>
            <a:br>
              <a:rPr sz="2600">
                <a:latin typeface="Arial"/>
                <a:ea typeface="Arial"/>
                <a:cs typeface="Arial"/>
              </a:rPr>
            </a:b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Diagrama funcional.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Diagrama de arquitectura.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endParaRPr sz="26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11125862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1837" y="3206749"/>
            <a:ext cx="4029075" cy="3365499"/>
          </a:xfrm>
          <a:prstGeom prst="rect">
            <a:avLst/>
          </a:prstGeom>
        </p:spPr>
      </p:pic>
      <p:pic>
        <p:nvPicPr>
          <p:cNvPr id="201988570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95874" y="3206749"/>
            <a:ext cx="6471396" cy="3667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872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42227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Desarrollo del software</a:t>
            </a:r>
            <a:br>
              <a:rPr sz="2600">
                <a:latin typeface="Arial"/>
                <a:ea typeface="Arial"/>
                <a:cs typeface="Arial"/>
              </a:rPr>
            </a:b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sistema fue desarrollado en Python utilizando los contenidos estudiados durante la asignatura.</a:t>
            </a:r>
            <a:br>
              <a:rPr sz="2600">
                <a:latin typeface="Arial"/>
                <a:ea typeface="Arial"/>
                <a:cs typeface="Arial"/>
              </a:rPr>
            </a:b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 aplicaron:</a:t>
            </a:r>
            <a:endParaRPr sz="2600">
              <a:latin typeface="Arial"/>
              <a:cs typeface="Arial"/>
            </a:endParaRPr>
          </a:p>
          <a:p>
            <a:pPr marL="338951" indent="-338951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Variables.</a:t>
            </a:r>
            <a:endParaRPr sz="2600">
              <a:latin typeface="Arial"/>
              <a:cs typeface="Arial"/>
            </a:endParaRPr>
          </a:p>
          <a:p>
            <a:pPr marL="338951" indent="-338951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Entrada y salida de datos.</a:t>
            </a:r>
            <a:endParaRPr sz="2600">
              <a:latin typeface="Arial"/>
              <a:cs typeface="Arial"/>
            </a:endParaRPr>
          </a:p>
          <a:p>
            <a:pPr marL="338951" indent="-338951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Condicionales (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if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elif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else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). </a:t>
            </a:r>
            <a:endParaRPr sz="2600">
              <a:latin typeface="Arial"/>
              <a:cs typeface="Arial"/>
            </a:endParaRPr>
          </a:p>
          <a:p>
            <a:pPr marL="338951" indent="-338951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Ciclos (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while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y 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). </a:t>
            </a:r>
            <a:endParaRPr sz="2600">
              <a:latin typeface="Arial"/>
              <a:cs typeface="Arial"/>
            </a:endParaRPr>
          </a:p>
          <a:p>
            <a:pPr marL="338951" indent="-338951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Listas.</a:t>
            </a:r>
            <a:endParaRPr sz="2600">
              <a:latin typeface="Arial"/>
              <a:cs typeface="Arial"/>
            </a:endParaRPr>
          </a:p>
          <a:p>
            <a:pPr marL="338951" indent="-338951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Tuplas.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17947861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89091" y="1761330"/>
            <a:ext cx="6539087" cy="4493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08133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369932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Funcionamiento del sistema</a:t>
            </a:r>
            <a:br>
              <a:rPr sz="2600">
                <a:latin typeface="Arial"/>
                <a:ea typeface="Arial"/>
                <a:cs typeface="Arial"/>
              </a:rPr>
            </a:b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programa permite: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Ingresar el nombre del usuario.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Seleccionar el número de caracteres.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Elegir letras, números y símbolos.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Generar una contraseña.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Mostrar el nivel de seguridad de la contraseña.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1836198483" name=""/>
          <p:cNvPicPr>
            <a:picLocks noChangeAspect="1"/>
          </p:cNvPicPr>
          <p:nvPr/>
        </p:nvPicPr>
        <p:blipFill rotWithShape="1">
          <a:blip r:embed="rId3"/>
          <a:srcRect l="0" t="59788" r="0" b="0"/>
          <a:stretch/>
        </p:blipFill>
        <p:spPr bwMode="auto">
          <a:xfrm flipH="0" flipV="0">
            <a:off x="2024062" y="3428999"/>
            <a:ext cx="8143875" cy="3057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8112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10515600" cy="4762499"/>
          </a:xfrm>
        </p:spPr>
        <p:txBody>
          <a:bodyPr/>
          <a:lstStyle/>
          <a:p>
            <a:pPr algn="ctr"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Resultados obtenidos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Resultados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Desarrollo de un programa funcional en Python.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Elaboración de diagramas del sistema.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Creación del repositorio en GitHub.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Integración de los contenidos aprendidos durante la asignatura.</a:t>
            </a:r>
            <a:endParaRPr sz="2600">
              <a:latin typeface="Arial"/>
              <a:cs typeface="Arial"/>
            </a:endParaRPr>
          </a:p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Conclusiones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programación permite desarrollar soluciones para problemas reales.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facilitó el desarrollo del proyecto.</a:t>
            </a:r>
            <a:endParaRPr sz="2600">
              <a:latin typeface="Arial"/>
              <a:cs typeface="Arial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sz="2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GitHub permitió organizar el código y la documentación.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2026-06-28T03:43:19Z</dcterms:modified>
</cp:coreProperties>
</file>